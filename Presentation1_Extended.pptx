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SIMPLE LMS EXTENDED BACKEND</a:t>
            </a:r>
          </a:p>
          <a:p>
            <a:pPr>
              <a:spcBef>
                <a:spcPts val="1500"/>
              </a:spcBef>
              <a:defRPr sz="2200">
                <a:solidFill>
                  <a:srgbClr val="38BDF8"/>
                </a:solidFill>
                <a:latin typeface="Arial"/>
              </a:defRPr>
            </a:pPr>
            <a:r>
              <a:t>Pengembangan Backend Teraugmentasi &amp; Integrasi REST API Django Ninja</a:t>
            </a:r>
          </a:p>
          <a:p>
            <a:br/>
            <a:pPr>
              <a:spcBef>
                <a:spcPts val="4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Mata Kuliah: Pemrograman Sisi Server (A11.54403)</a:t>
            </a:r>
            <a:br/>
            <a:r>
              <a:t>Nama: Adi Priyo  |  NIM: [Lengkapi NIM Anda]</a:t>
            </a:r>
            <a:br/>
            <a:r>
              <a:t>Universitas Dian Nuswantoro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Arsitektur &amp; Desain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• Model Pembagian Kontainer (Docker Compose):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  - Service Web: Django Application (Django Ninja &amp; Python 3.11)</a:t>
            </a:r>
            <a:br/>
            <a:r>
              <a:t>  - Service Database: PostgreSQL 15 Container</a:t>
            </a:r>
            <a:br/>
            <a:r>
              <a:t>  - Service Caching Layer: Redis Container</a:t>
            </a:r>
          </a:p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• Pola Integrasi REST API &amp; Caching: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  - Request Client divalidasi otomatis menggunakan Pydantic Schema.</a:t>
            </a:r>
            <a:br/>
            <a:r>
              <a:t>  - JWT Bearer Token mengamankan komunikasi data (Stateless Auth).</a:t>
            </a:r>
            <a:br/>
            <a:r>
              <a:t>  - Redis bertindak sebagai memori cepat untuk menyimpan list/detail course.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Pembuktian Fondasi Wajib (30 Poin)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✔ Docker &amp; Docker Compose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-&gt; Peletakan: docker-compose.yml &amp; Dockerfile di root project.</a:t>
            </a:r>
          </a:p>
          <a:p>
            <a:pPr>
              <a:spcBef>
                <a:spcPts val="1000"/>
              </a:spcBef>
              <a:defRPr sz="1800" b="1">
                <a:solidFill>
                  <a:srgbClr val="38BDF8"/>
                </a:solidFill>
                <a:latin typeface="Arial"/>
              </a:defRPr>
            </a:pPr>
            <a:r>
              <a:t>✔ Database PostgreSQL &amp; Migrasi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-&gt; Peletakan: settings.py (Logika koneksi DB &amp; pooling).</a:t>
            </a:r>
          </a:p>
          <a:p>
            <a:pPr>
              <a:spcBef>
                <a:spcPts val="1000"/>
              </a:spcBef>
              <a:defRPr sz="1800" b="1">
                <a:solidFill>
                  <a:srgbClr val="38BDF8"/>
                </a:solidFill>
                <a:latin typeface="Arial"/>
              </a:defRPr>
            </a:pPr>
            <a:r>
              <a:t>✔ JWT Authentication &amp; Authorization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-&gt; Peletakan: lms/auth.py (JWT Bearer Token handler &amp; class JWTAuth).</a:t>
            </a:r>
          </a:p>
          <a:p>
            <a:pPr>
              <a:spcBef>
                <a:spcPts val="1000"/>
              </a:spcBef>
              <a:defRPr sz="1800" b="1">
                <a:solidFill>
                  <a:srgbClr val="38BDF8"/>
                </a:solidFill>
                <a:latin typeface="Arial"/>
              </a:defRPr>
            </a:pPr>
            <a:r>
              <a:t>✔ Role-Based Access Control (RBAC)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-&gt; Peletakan: lms/models.py (Field role pada class User) &amp; lms/api.py (Validasi role).</a:t>
            </a:r>
          </a:p>
          <a:p>
            <a:pPr>
              <a:spcBef>
                <a:spcPts val="1000"/>
              </a:spcBef>
              <a:defRPr sz="1800" b="1">
                <a:solidFill>
                  <a:srgbClr val="38BDF8"/>
                </a:solidFill>
                <a:latin typeface="Arial"/>
              </a:defRPr>
            </a:pPr>
            <a:r>
              <a:t>✔ Endpoint CRUD Dasar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-&gt; Peletakan: lms/api.py (Routers for Courses, Lessons, Enrollments, Progress).</a:t>
            </a:r>
          </a:p>
          <a:p>
            <a:pPr>
              <a:spcBef>
                <a:spcPts val="1000"/>
              </a:spcBef>
              <a:defRPr sz="1800" b="1">
                <a:solidFill>
                  <a:srgbClr val="38BDF8"/>
                </a:solidFill>
                <a:latin typeface="Arial"/>
              </a:defRPr>
            </a:pPr>
            <a:r>
              <a:t>✔ Swagger/OpenAPI Docs &amp; .env Config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  -&gt; Peletakan: /api/docs &amp; .env.example (Variabel rahasia dipisah).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Fitur Tambahan Terpilih (46 Poin)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1. Permission &amp; Ownership Ketat (12 Poin)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Peletakan: lms/api.py</a:t>
            </a:r>
            <a:br/>
            <a:r>
              <a:t>- Memvalidasi agar Instruktur hanya bisa mengubah/menghapus course miliknya.</a:t>
            </a:r>
            <a:br/>
            <a:r>
              <a:t>- Membatasi agar Siswa harus terdaftar (enrolled) untuk melihat materi lesson.</a:t>
            </a:r>
          </a:p>
          <a:p>
            <a:pPr>
              <a:spcBef>
                <a:spcPts val="1200"/>
              </a:spcBef>
              <a:defRPr sz="1800" b="1">
                <a:solidFill>
                  <a:srgbClr val="10B981"/>
                </a:solidFill>
                <a:latin typeface="Arial"/>
              </a:defRPr>
            </a:pPr>
            <a:r>
              <a:t>2. Search, Filter, &amp; Sorting Lanjutan + Redis Caching (12 Poin)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Peletakan: lms/api.py</a:t>
            </a:r>
            <a:br/>
            <a:r>
              <a:t>- Endpoint list_courses memproses parameter query search, filter kategori, &amp; sort (rating/popular).</a:t>
            </a:r>
            <a:br/>
            <a:r>
              <a:t>- Caching diimplementasikan pada Redis dengan invalidasi otomatis saat data course diperbarui.</a:t>
            </a:r>
          </a:p>
          <a:p>
            <a:pPr>
              <a:spcBef>
                <a:spcPts val="1200"/>
              </a:spcBef>
              <a:defRPr sz="1800" b="1">
                <a:solidFill>
                  <a:srgbClr val="10B981"/>
                </a:solidFill>
                <a:latin typeface="Arial"/>
              </a:defRPr>
            </a:pPr>
            <a:r>
              <a:t>3. Rating, Review, &amp; Wishlist (12 Poin)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Peletakan: lms/models.py (Review &amp; Wishlist models) &amp; lms/api.py</a:t>
            </a:r>
            <a:br/>
            <a:r>
              <a:t>- Menyediakan endpoint bagi enrolled student untuk memberi rating bintang &amp; ulasan, dan simpan wishlist.</a:t>
            </a:r>
          </a:p>
          <a:p>
            <a:pPr>
              <a:spcBef>
                <a:spcPts val="1200"/>
              </a:spcBef>
              <a:defRPr sz="1800" b="1">
                <a:solidFill>
                  <a:srgbClr val="10B981"/>
                </a:solidFill>
                <a:latin typeface="Arial"/>
              </a:defRPr>
            </a:pPr>
            <a:r>
              <a:t>4. Course Announcement (10 Poin)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Peletakan: lms/models.py (Announcement model) &amp; lms/api.py</a:t>
            </a:r>
            <a:br/>
            <a:r>
              <a:t>- Endpoint bagi Instruktur untuk membuat pengumuman satu arah khusus untuk para siswa terdaftar.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Dashboard UI &amp; Bonus Poin (+5 Poin)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• Halaman Frontend Dashboard Interaktif (index.html):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  - Lokasi: index.html di root project.</a:t>
            </a:r>
            <a:br/>
            <a:r>
              <a:t>  - Berupa Single Page Application (SPA) minimalis untuk visualisasi presentasi.</a:t>
            </a:r>
            <a:br/>
            <a:r>
              <a:t>  - Mendukung login manual menggunakan akun demo yang tersedia.</a:t>
            </a:r>
            <a:br/>
            <a:r>
              <a:t>  - Menampilkan fitur RBAC dinamis: Tombol CRUD edit/hapus hanya muncul pada peran Admin/Instructor.</a:t>
            </a:r>
          </a:p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• Integrasi Postman Collection: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  - Lokasi: LMS_Postman_Collection.json di root project.</a:t>
            </a:r>
            <a:br/>
            <a:r>
              <a:t>  - Memudahkan pengujian manual seluruh API end-to-end bagi tim penguji/dosen.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Panduan Menjalankan Proyek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A. Menggunakan Docker Compose (Kontainerisasi)</a:t>
            </a:r>
          </a:p>
          <a:p>
            <a:pPr>
              <a:spcAft>
                <a:spcPts val="1500"/>
              </a:spcAft>
              <a:defRPr sz="1300">
                <a:solidFill>
                  <a:srgbClr val="94A3B8"/>
                </a:solidFill>
                <a:latin typeface="Consolas"/>
              </a:defRPr>
            </a:pPr>
            <a:r>
              <a:t>   1. cp .env.example .env</a:t>
            </a:r>
            <a:br/>
            <a:r>
              <a:t>   2. docker compose up --build -d</a:t>
            </a:r>
            <a:br/>
            <a:r>
              <a:t>   3. docker compose exec web python manage.py migrate</a:t>
            </a:r>
            <a:br/>
            <a:r>
              <a:t>   4. docker compose exec web python manage.py seed_data</a:t>
            </a:r>
          </a:p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B. Menggunakan Environment Lokal (SQLite Fallback)</a:t>
            </a:r>
          </a:p>
          <a:p>
            <a:pPr>
              <a:defRPr sz="1300">
                <a:solidFill>
                  <a:srgbClr val="94A3B8"/>
                </a:solidFill>
                <a:latin typeface="Consolas"/>
              </a:defRPr>
            </a:pPr>
            <a:r>
              <a:t>   1. .\venv\Scripts\activate</a:t>
            </a:r>
            <a:br/>
            <a:r>
              <a:t>   2. python manage.py migrate</a:t>
            </a:r>
            <a:br/>
            <a:r>
              <a:t>   3. python manage.py seed_data</a:t>
            </a:r>
            <a:br/>
            <a:r>
              <a:t>   4. python manage.py runserver</a:t>
            </a:r>
            <a:br/>
            <a:r>
              <a:t>   5. python demo_simulation.py (untuk menjalankan demo API interaktif)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